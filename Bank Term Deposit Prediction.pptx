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Urbanist" panose="020B0604020202020204" charset="0"/>
      <p:regular r:id="rId9"/>
      <p:bold r:id="rId10"/>
      <p:italic r:id="rId11"/>
      <p:boldItalic r:id="rId12"/>
    </p:embeddedFont>
    <p:embeddedFont>
      <p:font typeface="Urbanis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9037" y="4726185"/>
            <a:ext cx="47339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31689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FINANCIAL RETAIL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0316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Bank Term Deposit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Prediction Model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602235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Leveraging Random Forest Classification to predict customer conversion and optimize targeted marketing campaigns.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3646" y="48500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71500" y="25908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" y="308357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 a robust predictive model to identify which existing bank clients are most likely to subscribe to a term deposit based on their demographics and prior campaign interactions.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" y="260508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" y="43624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26563" y="4303068"/>
            <a:ext cx="47808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45,211 records, 17 variables — Customer Demographics, Contact Metrics &amp; Target ('y')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OBJECTIVE &amp; DATASET OVERVIEW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FB1AF-DD4B-6DBB-CF3F-B5A5E811B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031161"/>
            <a:ext cx="5932012" cy="1443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482CF-C360-C428-DC98-F06DE0346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1291379"/>
            <a:ext cx="939848" cy="615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ABB31A-4AF1-6FF3-6A85-AA91E7809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600" y="3744788"/>
            <a:ext cx="6064562" cy="2311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1852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612732" y="18526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Discovering Relationships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496050" y="23479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72250" y="2347912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Target Imbalance: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target variable is heavily skewed, with a vast majority of customers declining the term deposit.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96050" y="34813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72250" y="348138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Call Duration: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Correlation analysis indicates that the duration of the last contact is heavily associated with a positive outcome.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96050" y="46148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72250" y="4614862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 Standing: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Variables like 'balance' and 'housing loan' show distinct segmentation patterns between subscribers and non-subscribers.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(EDA)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B3E3D6-85C8-DAA2-7BB1-6A9C117713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70" t="6805" r="12161"/>
          <a:stretch>
            <a:fillRect/>
          </a:stretch>
        </p:blipFill>
        <p:spPr>
          <a:xfrm>
            <a:off x="448362" y="1308869"/>
            <a:ext cx="5457138" cy="4907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714375" y="2062162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Selection:</a:t>
            </a:r>
            <a:r>
              <a:rPr lang="en-US" sz="15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 Random Forest Classifier was selected for its ability to handle non-linear relationships and provide clear feature interpretability.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2062162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31470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80/20 train-test split applied.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6814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Drivers (Top 3)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825" y="36525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522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33425" y="40528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05288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Duration: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Length of the marketing call.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33425" y="45577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9625" y="4557712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Balance: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Average yearly balance.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33425" y="50625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09625" y="506253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Age: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Customer's age bracket.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MODELING STRATEGY &amp; FEATURE IMPORTANCE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C1C3B-E4BE-4B5D-34A8-A6B20539F6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12" r="8213" b="4968"/>
          <a:stretch>
            <a:fillRect/>
          </a:stretch>
        </p:blipFill>
        <p:spPr>
          <a:xfrm>
            <a:off x="5705499" y="2553406"/>
            <a:ext cx="6362676" cy="36276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90887"/>
            <a:ext cx="11049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6775" y="3586162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Metric Inference &amp; The Imbalance Effect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3948112"/>
            <a:ext cx="1045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While the model achieves a high overall accuracy of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90.53%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looking at precision and recall tells the true story. The model is highly precise (92%) and captures almost all (97%) of the clients who will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subscribe (Class 0).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However, for actual conversions (Class 1), the recall is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0.40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This means the model currently misses about 60% of potential subscribers. This is a direct statistical consequence of the heavily imbalanced dataset (7985 negatives vs. 1058 positives in the test set).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0.9053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412825" y="2500312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OVERALL ACCURACY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45074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0.95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000625" y="2500312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F1-SCORE (CLASS 0 - NO)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423374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0.50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69399" y="2500312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F1-SCORE (CLASS 1 - YES)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METRICS &amp; INFERENCE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62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1440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Accuracy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Achieved a baseline accuracy of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90.53%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using Random Forest, successfully identifying the primary demographic and behavioral drivers of conversion.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8622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4676775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676775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Call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Duration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is the strongest predictor of success. However, overall predictive power for the minority "Yes" class is constrained by data imbalance.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862262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843915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439150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 sampling techniques like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SMOTE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(Synthetic Minority Over-sampling Technique) to balance the classes and improve the recall score for actual subscribers.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CONCLUSION &amp; NEXT STEPS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Widescreen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Urbanist</vt:lpstr>
      <vt:lpstr>Arial</vt:lpstr>
      <vt:lpstr>Calibri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2026-05-12T09:29:45Z</dcterms:modified>
</cp:coreProperties>
</file>